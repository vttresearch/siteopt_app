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603EEC-C38E-45D2-8960-F7A002DA33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4BE2C5-0765-4AC7-AD47-62C7146E03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EFEF96-1D24-4FF6-AD8C-BD41805AF3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ADEBF9-5228-437F-99C5-5A6DBBCCF8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4B8202-4479-49E4-99DA-B110B66D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F60E0B3-B859-4DB2-97CA-0AC2F162BC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D079F6-F091-4FFC-8162-875296AE41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46F570-4D6F-4C2F-A7C8-14A3C149B1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4F73C4-2E1A-4B52-9B36-BCCCCDD3D7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31DB07-C657-4DF5-ADDC-E0BD148E17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28979A-53BD-414F-B07D-BADCD5189D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2057400" y="15022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SiteOpt Assistant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2514600" y="36000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rgbClr val="55308d"/>
                </a:solidFill>
                <a:effectLst/>
                <a:uFillTx/>
                <a:latin typeface="Calibri"/>
              </a:rPr>
              <a:t>User-Focused Achievement Summary</a:t>
            </a:r>
            <a:endParaRPr lang="en-US" sz="2400" b="0" u="none" strike="noStrike">
              <a:solidFill>
                <a:srgbClr val="55308d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rgbClr val="55308d"/>
                </a:solidFill>
                <a:effectLst/>
                <a:uFillTx/>
                <a:latin typeface="Calibri"/>
              </a:rPr>
              <a:t>Purpose: Help users prepare inputs faster and understand data before running energy system studies.</a:t>
            </a:r>
            <a:endParaRPr lang="en-US" sz="2400" b="0" u="none" strike="noStrike">
              <a:solidFill>
                <a:srgbClr val="55308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rgbClr val="3465a4"/>
                </a:solidFill>
                <a:effectLst/>
                <a:uFillTx/>
                <a:latin typeface="Calibri"/>
              </a:rPr>
              <a:t>1. What Users Can Do Now</a:t>
            </a:r>
            <a:endParaRPr lang="en-US" sz="4400" b="0" u="none" strike="noStrike">
              <a:solidFill>
                <a:srgbClr val="3465a4"/>
              </a:solidFill>
              <a:effectLst/>
              <a:uFillTx/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Ask for input changes in plain language.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Ask questions about project data without manual searching.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Request visualizations directly from chat.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See generated plots in Data Editor → Assistant Plot.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End-User Experience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Assistant is available directly in the web interface.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Works in the currently active project context.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Responses are readable and structured.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Charts are shown where users already inspect data.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Separation of Responsibilities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Web Assistant: input preparation and insight.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Spine Toolbox: optimization/simulation execution.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Clear workflow: prepare in web app, execute in Spine Toolbox, review results.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Assistant in Daily Workflow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Picture 2" descr="Screenshot from 2026-02-23 11-26-28.png"/>
          <p:cNvPicPr/>
          <p:nvPr/>
        </p:nvPicPr>
        <p:blipFill>
          <a:blip r:embed="rId1"/>
          <a:stretch/>
        </p:blipFill>
        <p:spPr>
          <a:xfrm>
            <a:off x="640080" y="1097280"/>
            <a:ext cx="83030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Box 3"/>
          <p:cNvSpPr/>
          <p:nvPr/>
        </p:nvSpPr>
        <p:spPr>
          <a:xfrm>
            <a:off x="7315200" y="1280160"/>
            <a:ext cx="457164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User asks naturally.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Assistant responds with actionable guidance and summaries.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 Visualization in Data Editor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3" name="Picture 2" descr="Screenshot from 2026-02-23 11-26-49.png"/>
          <p:cNvPicPr/>
          <p:nvPr/>
        </p:nvPicPr>
        <p:blipFill>
          <a:blip r:embed="rId1"/>
          <a:stretch/>
        </p:blipFill>
        <p:spPr>
          <a:xfrm>
            <a:off x="640080" y="1097280"/>
            <a:ext cx="83030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Box 3"/>
          <p:cNvSpPr/>
          <p:nvPr/>
        </p:nvSpPr>
        <p:spPr>
          <a:xfrm>
            <a:off x="7315200" y="1280160"/>
            <a:ext cx="457164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Requested chart appears in Assistant Plot tab.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Users stay in one workspace while preparing inputs.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 Copilot-Requested Data Visualization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6" name="Picture 2" descr="Screenshot from 2026-02-23 13-19-46.png"/>
          <p:cNvPicPr/>
          <p:nvPr/>
        </p:nvPicPr>
        <p:blipFill>
          <a:blip r:embed="rId1"/>
          <a:stretch/>
        </p:blipFill>
        <p:spPr>
          <a:xfrm>
            <a:off x="640080" y="1097280"/>
            <a:ext cx="83030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Box 3"/>
          <p:cNvSpPr/>
          <p:nvPr/>
        </p:nvSpPr>
        <p:spPr>
          <a:xfrm>
            <a:off x="7315200" y="1280160"/>
            <a:ext cx="457164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User asks for a specific data view in natural language.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Copilot generates a matching visualization for decision support.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 Practical Value for Users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Less time spent on repetitive manual edits.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Faster confidence checks with quick plots and summaries.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Lower risk of confusion from switching between many tools too early.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Better collaboration: requests and outputs are easy to discuss.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8. Message to Stakeholders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Usability improved without changing core simulation responsibility.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Supports current workflow rather than replacing it.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Creates a clear bridge between input preparation and model runs.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Thank You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Questions / Feedback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LibreOffice/25.8.5.2$Linux_X86_64 LibreOffice_project/252c20f6956e3db0b52e6e2f9dda67263513c8fc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2026-03-25T08:15:00Z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