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SiteOpt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User-Focused Achievement Summary</a:t>
            </a:r>
          </a:p>
          <a:p>
            <a:r>
              <a:t>Purpose: Help users prepare inputs faster and understand data before running energy system studies.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Users Can Do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Ask for input changes in plain language.</a:t>
            </a:r>
          </a:p>
          <a:p>
            <a:pPr>
              <a:defRPr sz="2400"/>
            </a:pPr>
            <a:r>
              <a:t>Ask questions about project data without manual searching.</a:t>
            </a:r>
          </a:p>
          <a:p>
            <a:pPr>
              <a:defRPr sz="2400"/>
            </a:pPr>
            <a:r>
              <a:t>Request visualizations directly from chat.</a:t>
            </a:r>
          </a:p>
          <a:p>
            <a:pPr>
              <a:defRPr sz="2400"/>
            </a:pPr>
            <a:r>
              <a:t>See generated plots in Data Editor → Assistant Plot.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End-User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Assistant is available directly in the web interface.</a:t>
            </a:r>
          </a:p>
          <a:p>
            <a:pPr>
              <a:defRPr sz="2400"/>
            </a:pPr>
            <a:r>
              <a:t>Works in the currently active project context.</a:t>
            </a:r>
          </a:p>
          <a:p>
            <a:pPr>
              <a:defRPr sz="2400"/>
            </a:pPr>
            <a:r>
              <a:t>Responses are readable and structured.</a:t>
            </a:r>
          </a:p>
          <a:p>
            <a:pPr>
              <a:defRPr sz="2400"/>
            </a:pPr>
            <a:r>
              <a:t>Charts are shown where users already inspect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Separation of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Web Assistant: input preparation and insight.</a:t>
            </a:r>
          </a:p>
          <a:p>
            <a:pPr>
              <a:defRPr sz="2400"/>
            </a:pPr>
            <a:r>
              <a:t>Spine Toolbox: optimization/simulation execution.</a:t>
            </a:r>
          </a:p>
          <a:p>
            <a:pPr>
              <a:defRPr sz="2400"/>
            </a:pPr>
            <a:r>
              <a:t>Clear workflow: prepare in web app, execute in Spine Toolbox, review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Assistant in Daily Workflow</a:t>
            </a:r>
          </a:p>
        </p:txBody>
      </p:sp>
      <p:pic>
        <p:nvPicPr>
          <p:cNvPr id="3" name="Picture 2" descr="Screenshot from 2026-02-23 11-26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8303247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280160"/>
            <a:ext cx="4572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User asks naturally.</a:t>
            </a:r>
          </a:p>
          <a:p>
            <a:pPr>
              <a:defRPr sz="2200"/>
            </a:pPr>
            <a:r>
              <a:t>• Assistant responds with actionable guidance and summaries.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Visualization in Data Editor</a:t>
            </a:r>
          </a:p>
        </p:txBody>
      </p:sp>
      <p:pic>
        <p:nvPicPr>
          <p:cNvPr id="3" name="Picture 2" descr="Screenshot from 2026-02-23 11-26-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8303247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280160"/>
            <a:ext cx="4572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Requested chart appears in Assistant Plot tab.</a:t>
            </a:r>
          </a:p>
          <a:p>
            <a:pPr>
              <a:defRPr sz="2200"/>
            </a:pPr>
            <a:r>
              <a:t>• Users stay in one workspace while preparing inputs.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Copilot-Requested Data Visualization</a:t>
            </a:r>
          </a:p>
        </p:txBody>
      </p:sp>
      <p:pic>
        <p:nvPicPr>
          <p:cNvPr id="3" name="Picture 2" descr="Screenshot from 2026-02-23 13-19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8303247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280160"/>
            <a:ext cx="4572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User asks for a specific data view in natural language.</a:t>
            </a:r>
          </a:p>
          <a:p>
            <a:pPr>
              <a:defRPr sz="2200"/>
            </a:pPr>
            <a:r>
              <a:t>• Copilot generates a matching visualization for decision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Practical Value for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Less time spent on repetitive manual edits.</a:t>
            </a:r>
          </a:p>
          <a:p>
            <a:pPr>
              <a:defRPr sz="2400"/>
            </a:pPr>
            <a:r>
              <a:t>Faster confidence checks with quick plots and summaries.</a:t>
            </a:r>
          </a:p>
          <a:p>
            <a:pPr>
              <a:defRPr sz="2400"/>
            </a:pPr>
            <a:r>
              <a:t>Lower risk of confusion from switching between many tools too early.</a:t>
            </a:r>
          </a:p>
          <a:p>
            <a:pPr>
              <a:defRPr sz="2400"/>
            </a:pPr>
            <a:r>
              <a:t>Better collaboration: requests and outputs are easy to discuss.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Message to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Usability improved without changing core simulation responsibility.</a:t>
            </a:r>
          </a:p>
          <a:p>
            <a:pPr>
              <a:defRPr sz="2400"/>
            </a:pPr>
            <a:r>
              <a:t>Supports current workflow rather than replacing it.</a:t>
            </a:r>
          </a:p>
          <a:p>
            <a:pPr>
              <a:defRPr sz="2400"/>
            </a:pPr>
            <a:r>
              <a:t>Creates a clear bridge between input preparation and model runs.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Questions /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